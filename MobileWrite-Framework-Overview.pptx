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team and set context: MobileWrite is our internal automation suite built on Mobilewright for WurthLAC real-device testing (iOS and Android). Mention this session covers how the repo is organized, how to run tests, and best practices for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in under a minute. Emphasize this is a practical overview of the lac-mobile-qe repository, not a generic mobile testing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MobileWrite (lac-mobile-qe) automates the WurthLAC app using Mobilewright's screen API. It solves manual regression on real devices by standardizing build install, permissions, login, and navigation flows. The workflow: fetch QA build from Expo EAS, install on a registered device, run specs from tests/, and review HTML reports on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practical wins: helpers/auth.mts and helpers/navigation.mts reduce duplication; config/ centralizes bundle IDs and device IDs; one command runs Android or iOS projects. Real-device testing catches platform-specific UI issues that emulators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list what exists: helpers/ modules, Mobilewright fixtures in test files, mobilewright.config.mjs for projects/timeouts/retries, scripts/download-eas-build.mjs with --latest for Android, viewTree: on-failure in config, and npm run test:report for HTML output. No separate page-object layer—helpers serve that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import helpers and call screen APIs (getByTestId, getByText, tap, fill). Config resolves bundle ID from APP_ENV. run-tests.sh sets device ID and invokes mobilewright test --project=ios|android. The Mobilewright agent on device bridges automation to the native app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new contributors to tests/ for specs, helpers/ for reusable logic, and config/ for environment mapping (dev/qa/production bundle IDs). builds/ is gitignored except README. scripts/ wraps common operations so QA doesn't memorize long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Commands for speaker: npm install; cp .env.example .env; npm run devices to find MOBILEWRIGHT_DEVICE_ID_IOS/ANDROID; npm run download:build:android &amp;&amp; npm run install:app:android &amp;&amp; npm run install:agent:android (one-time agent). iOS needs MOBILEWRIGHT_IOS_PROVISIONING_PROFILE for agent install. npm run setup prints 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user-journey.test.mts as the advanced example: single session with test.step blocks. Prefer getByTestId, getByLabel, getByText for cross-platform stability. Keep assertions explicit—no fixed sleeps; use waitFor and expect timeouts from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 runs auto-download latest EAS build before tests (run-tests.sh). Config installs app from MOBILEWRIGHT_INSTALL_APPS_ANDROID. workers: 1 ensures one device session. Serial describe in user-journey keeps app open across steps—mimics real user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npm run test:report then npm run report to open HTML. viewTree: on-failure in mobilewright.config.mjs dumps UI hierarchy for debugging. GitHub Actions workflow uploads mobilewright-report/ artifact after each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Tips from project experience: use ensureLoggedIn/prepareApp from helpers/app-state.mts; avoid assuming guest state when device session persists; use serial mode for E2E flows; extend navigation.mts tab fallbacks instead of adding one-off taps in every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value proposition: MobileWrite gives WurthLAC QA a dedicated, version-controlled automation repo with real-device coverage, EAS integration, and a clear path for new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on device setup, writing new specs, CI workflow, or extending the user journey test. Share repo link: github.com/nimeshavillvay/WLAC-WBS-App-Automation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MobileWrite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Mobile Automation Framework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A7A"/>
                </a:solidFill>
              </a:defRPr>
            </a:pPr>
            <a:r>
              <a:t>WurthLAC QE Team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Introduction &amp; purpose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Why MobileWrite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Project structure &amp; setup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Writing &amp; running tests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Reporting &amp; best practices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MobileWrite?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QA automation for WurthLAC mobile app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Built on Mobilewright test runner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Runs on real iOS &amp; Android devices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Covers login, navigation, deals,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55448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Download EAS build</a:t>
            </a:r>
          </a:p>
        </p:txBody>
      </p:sp>
      <p:sp>
        <p:nvSpPr>
          <p:cNvPr id="5" name="Down Arrow 4"/>
          <p:cNvSpPr/>
          <p:nvPr/>
        </p:nvSpPr>
        <p:spPr>
          <a:xfrm>
            <a:off x="4434840" y="2084831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237744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Install app + agent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34840" y="2907791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320040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Launch app on device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34840" y="373075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402336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Execute tests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455371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484632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Generate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MobileWrite?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19456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⚡</a:t>
            </a:r>
          </a:p>
          <a:p>
            <a:pPr algn="ctr">
              <a:defRPr sz="1200"/>
            </a:pPr>
            <a:r>
              <a:t>Faster test authoring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219456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♻️</a:t>
            </a:r>
          </a:p>
          <a:p>
            <a:pPr algn="ctr">
              <a:defRPr sz="1200"/>
            </a:pPr>
            <a:r>
              <a:t>Reusable helpers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219456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🧩</a:t>
            </a:r>
          </a:p>
          <a:p>
            <a:pPr algn="ctr">
              <a:defRPr sz="1200"/>
            </a:pPr>
            <a:r>
              <a:t>Consistent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19456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📱</a:t>
            </a:r>
          </a:p>
          <a:p>
            <a:pPr algn="ctr">
              <a:defRPr sz="1200"/>
            </a:pPr>
            <a:r>
              <a:t>Real-device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474720"/>
            <a:ext cx="219456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🔧</a:t>
            </a:r>
          </a:p>
          <a:p>
            <a:pPr algn="ctr">
              <a:defRPr sz="1200"/>
            </a:pPr>
            <a:r>
              <a:t>Easy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474720"/>
            <a:ext cx="219456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📈</a:t>
            </a:r>
          </a:p>
          <a:p>
            <a:pPr algn="ctr">
              <a:defRPr sz="1200"/>
            </a:pPr>
            <a:r>
              <a:t>Scales with new specs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 (from repo)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Reusable helpers (auth, navigation, permissions)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Built-in fixtures: screen, device, bundleId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Environment config via .env + config/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iOS &amp; Android projects in one suite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EAS build download &amp; auto-install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Retries, timeouts, HTML reporting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View tree capture on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Framework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46304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Test specs (tests/*.test.mts)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1993391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Helper modules (helpers/)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34840" y="281635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310896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Config &amp; scripts (config/, scripts/)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363931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393192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Mobilewright runner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446227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475488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Real device + WurthLAC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6949440" cy="411480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lac-mobile-qe/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├── tests/           → test specifications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├── helpers/         → shared auth, navigation, permissions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├── config/          → env, bundle IDs, EAS defaults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├── scripts/         → download, install, run, verify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├── builds/          → .ipa / .apk artifacts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├── mobilewright.config.mjs</a:t>
            </a:r>
          </a:p>
          <a:p>
            <a:pPr>
              <a:spcAft>
                <a:spcPts val="200"/>
              </a:spcAft>
              <a:defRPr sz="1300">
                <a:solidFill>
                  <a:srgbClr val="1A2B4A"/>
                </a:solidFill>
                <a:latin typeface="Courier New"/>
              </a:defRPr>
            </a:pPr>
            <a:r>
              <a:t>└── .github/workflows/ → CI on real 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Installation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Clone lac-mobile-qe repository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Install dependencies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Copy .env.example → .env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Set device IDs &amp; test credentials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Download &amp; install QA build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Run npm run setup to verify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Writing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Import test &amp; expect from @mobilewright/test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Use screen fixture for UI actions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Reuse helpers for login &amp; navigation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Assert with expect().toBeVisible()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Group flows with test.step()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645920"/>
            <a:ext cx="3840480" cy="3474720"/>
          </a:xfrm>
          <a:prstGeom prst="round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test("login", async ({ screen }) =&gt; {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await login(screen, email, pwd);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await expect(screen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.getByText("Top Categories"))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  .toBeVisible();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2588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npm run test:android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1856231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14884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run-tests.sh sets device ID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34840" y="2679191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97180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Mobilewright launches app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350215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379476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Test uses screen fixture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432511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461772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Helper performs actions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34840" y="514807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5440680"/>
            <a:ext cx="45720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Assertions validate UI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34840" y="5971032"/>
            <a:ext cx="274320" cy="228600"/>
          </a:xfrm>
          <a:prstGeom prst="downArrow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6263640"/>
            <a:ext cx="4572000" cy="50292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A"/>
                </a:solidFill>
              </a:defRPr>
            </a:pPr>
            <a:r>
              <a:t>Report generated on completion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377440" cy="128016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1A2B4A"/>
                </a:solidFill>
              </a:defRPr>
            </a:pPr>
            <a:r>
              <a:t>📊  List reporter (default)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377440" cy="128016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1A2B4A"/>
                </a:solidFill>
              </a:defRPr>
            </a:pPr>
            <a:r>
              <a:t>🌐  HTML report (test:report)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377440" cy="128016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1A2B4A"/>
                </a:solidFill>
              </a:defRPr>
            </a:pPr>
            <a:r>
              <a:t>🌳  View tree on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377440" cy="128016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1A2B4A"/>
                </a:solidFill>
              </a:defRPr>
            </a:pPr>
            <a:r>
              <a:t>📁  test-results/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377440" cy="1280160"/>
          </a:xfrm>
          <a:prstGeom prst="roundRect">
            <a:avLst/>
          </a:prstGeom>
          <a:solidFill>
            <a:srgbClr val="E8F4FC"/>
          </a:solidFill>
          <a:ln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1A2B4A"/>
                </a:solidFill>
              </a:defRPr>
            </a:pPr>
            <a:r>
              <a:t>☁️  CI uploads mobilewright-report/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7315200" cy="1645920"/>
          </a:xfrm>
          <a:prstGeom prst="roundRect">
            <a:avLst/>
          </a:prstGeom>
          <a:solidFill>
            <a:srgbClr val="F0F0F0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[ Screenshot placeholder: HTML report / failure view tree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Reuse helpers—don't duplicate login/nav logic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Prefer stable locators (testID, label, text)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Use test.step() for readable journeys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Keep guest vs auth state in mind</a:t>
            </a:r>
          </a:p>
          <a:p>
            <a:pPr>
              <a:spcAft>
                <a:spcPts val="1000"/>
              </a:spcAft>
              <a:defRPr sz="2000">
                <a:solidFill>
                  <a:srgbClr val="1A2B4A"/>
                </a:solidFill>
              </a:defRPr>
            </a:pPr>
            <a:r>
              <a:t>Run platform-specific: test:ios / test:android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657600" cy="1645920"/>
          </a:xfrm>
          <a:prstGeom prst="round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Maintainable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Centralized helpers &amp;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554480"/>
            <a:ext cx="3657600" cy="1645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1A2B4A"/>
                </a:solidFill>
              </a:defRPr>
            </a:pPr>
            <a:r>
              <a:t>Scalable</a:t>
            </a:r>
          </a:p>
          <a:p>
            <a:pPr>
              <a:defRPr sz="1300">
                <a:solidFill>
                  <a:srgbClr val="5A6A7A"/>
                </a:solidFill>
              </a:defRPr>
            </a:pPr>
            <a:r>
              <a:t>Add specs under tests/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3657600" cy="1645920"/>
          </a:xfrm>
          <a:prstGeom prst="round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Fast to extend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Reuse existing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566160"/>
            <a:ext cx="3657600" cy="1645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1A2B4A"/>
                </a:solidFill>
              </a:defRPr>
            </a:pPr>
            <a:r>
              <a:t>Real-device ready</a:t>
            </a:r>
          </a:p>
          <a:p>
            <a:pPr>
              <a:defRPr sz="1300">
                <a:solidFill>
                  <a:srgbClr val="5A6A7A"/>
                </a:solidFill>
              </a:defRPr>
            </a:pPr>
            <a:r>
              <a:t>iOS + Android projects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1371600"/>
            <a:ext cx="4572000" cy="320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005BB5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754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Thank you — WurthLAC QE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